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4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7" r:id="rId2"/>
    <p:sldMasterId id="2147483673" r:id="rId3"/>
    <p:sldMasterId id="2147483680" r:id="rId4"/>
    <p:sldMasterId id="2147483686" r:id="rId5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39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FBB1E2-E472-4DB6-B96F-E078FD29DCD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618734-2291-4C33-B21D-D3CDB7080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898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618734-2291-4C33-B21D-D3CDB70807B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089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9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13278-A44F-857B-4634-DB4B37516D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3833" y="1449112"/>
            <a:ext cx="9296400" cy="3522341"/>
          </a:xfrm>
          <a:prstGeom prst="rect">
            <a:avLst/>
          </a:prstGeom>
        </p:spPr>
        <p:txBody>
          <a:bodyPr/>
          <a:lstStyle>
            <a:lvl1pPr algn="l">
              <a:spcBef>
                <a:spcPts val="1600"/>
              </a:spcBef>
              <a:defRPr lang="en-US" sz="6667" b="0" i="0" kern="1200" baseline="0" dirty="0" smtClean="0">
                <a:solidFill>
                  <a:schemeClr val="tx1"/>
                </a:solidFill>
                <a:latin typeface="Encode Sans Normal Black"/>
                <a:ea typeface="+mn-ea"/>
                <a:cs typeface="Encode Sans Normal Black"/>
              </a:defRPr>
            </a:lvl1pPr>
          </a:lstStyle>
          <a:p>
            <a:pPr lvl="0"/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 </a:t>
            </a:r>
          </a:p>
        </p:txBody>
      </p:sp>
      <p:pic>
        <p:nvPicPr>
          <p:cNvPr id="12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441" y="5157720"/>
            <a:ext cx="2133600" cy="186267"/>
          </a:xfrm>
          <a:prstGeom prst="rect">
            <a:avLst/>
          </a:prstGeom>
        </p:spPr>
      </p:pic>
      <p:pic>
        <p:nvPicPr>
          <p:cNvPr id="6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42" y="6132143"/>
            <a:ext cx="3221697" cy="283315"/>
          </a:xfrm>
          <a:prstGeom prst="rect">
            <a:avLst/>
          </a:prstGeom>
        </p:spPr>
      </p:pic>
      <p:pic>
        <p:nvPicPr>
          <p:cNvPr id="10" name="Pictur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343987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230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1449112"/>
            <a:ext cx="9296400" cy="3522341"/>
          </a:xfrm>
          <a:prstGeom prst="rect">
            <a:avLst/>
          </a:prstGeom>
        </p:spPr>
        <p:txBody>
          <a:bodyPr anchor="b"/>
          <a:lstStyle>
            <a:lvl1pPr algn="l">
              <a:defRPr sz="6667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 </a:t>
            </a:r>
          </a:p>
        </p:txBody>
      </p:sp>
      <p:pic>
        <p:nvPicPr>
          <p:cNvPr id="14" name="Pictur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47" y="1011358"/>
            <a:ext cx="3386655" cy="229748"/>
          </a:xfrm>
          <a:prstGeom prst="rect">
            <a:avLst/>
          </a:prstGeom>
        </p:spPr>
      </p:pic>
      <p:pic>
        <p:nvPicPr>
          <p:cNvPr id="11" name="Pictur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41" y="5157720"/>
            <a:ext cx="2133600" cy="186267"/>
          </a:xfrm>
          <a:prstGeom prst="rect">
            <a:avLst/>
          </a:prstGeom>
        </p:spPr>
      </p:pic>
      <p:pic>
        <p:nvPicPr>
          <p:cNvPr id="12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343987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764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Header + Sub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493574"/>
            <a:ext cx="10912883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14" name="Pictur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09" y="1819205"/>
            <a:ext cx="1471708" cy="128481"/>
          </a:xfrm>
          <a:prstGeom prst="rect">
            <a:avLst/>
          </a:prstGeom>
        </p:spPr>
      </p:pic>
      <p:sp>
        <p:nvSpPr>
          <p:cNvPr id="13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13833" y="2307557"/>
            <a:ext cx="10912883" cy="5482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3200" b="0" i="0" baseline="0">
                <a:solidFill>
                  <a:schemeClr val="tx2"/>
                </a:solidFill>
                <a:latin typeface="Uni Sans Regular" charset="0"/>
                <a:ea typeface="Uni Sans Regular" charset="0"/>
                <a:cs typeface="Uni Sans Regular" charset="0"/>
              </a:defRPr>
            </a:lvl1pPr>
            <a:lvl2pPr marL="609585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2pPr>
            <a:lvl3pPr marL="121917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3pPr>
            <a:lvl4pPr marL="1828754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4pPr>
            <a:lvl5pPr marL="2438339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5pPr>
          </a:lstStyle>
          <a:p>
            <a:pPr lvl="0"/>
            <a:r>
              <a:rPr lang="en-US" dirty="0"/>
              <a:t>SUB-HEADER HERE (UNI SANS REGULAR, 24 PT.)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97231" y="3093653"/>
            <a:ext cx="10929485" cy="3002348"/>
          </a:xfrm>
          <a:prstGeom prst="rect">
            <a:avLst/>
          </a:prstGeom>
        </p:spPr>
        <p:txBody>
          <a:bodyPr/>
          <a:lstStyle>
            <a:lvl1pPr marL="457189" indent="-457189">
              <a:buFont typeface="Lucida Grande"/>
              <a:buChar char="&gt;"/>
              <a:defRPr sz="32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 sz="26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523962" indent="-304792">
              <a:buSzPct val="100000"/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 sz="2133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743131" indent="-304792">
              <a:buFont typeface="Lucida Grande"/>
              <a:buChar char="&gt;"/>
              <a:defRPr sz="18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15" name="Pictur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343987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750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492978"/>
            <a:ext cx="10912883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8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09" y="1819205"/>
            <a:ext cx="1471708" cy="128481"/>
          </a:xfrm>
          <a:prstGeom prst="rect">
            <a:avLst/>
          </a:prstGeom>
        </p:spPr>
      </p:pic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97231" y="2307557"/>
            <a:ext cx="10929485" cy="3154535"/>
          </a:xfrm>
          <a:prstGeom prst="rect">
            <a:avLst/>
          </a:prstGeom>
        </p:spPr>
        <p:txBody>
          <a:bodyPr/>
          <a:lstStyle>
            <a:lvl1pPr marL="457189" indent="-457189">
              <a:buFont typeface="Lucida Grande"/>
              <a:buChar char="&gt;"/>
              <a:defRPr sz="32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 sz="26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523962" indent="-304792">
              <a:buSzPct val="100000"/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 sz="2133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743131" indent="-304792">
              <a:buFont typeface="Lucida Grande"/>
              <a:buChar char="&gt;"/>
              <a:defRPr sz="18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11" name="Pictur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343987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786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495348"/>
            <a:ext cx="10896280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10" name="Pictur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09" y="1819205"/>
            <a:ext cx="1471708" cy="128481"/>
          </a:xfrm>
          <a:prstGeom prst="rect">
            <a:avLst/>
          </a:prstGeom>
        </p:spPr>
      </p:pic>
      <p:sp>
        <p:nvSpPr>
          <p:cNvPr id="8" name="Chart Placeholder 11"/>
          <p:cNvSpPr>
            <a:spLocks noGrp="1"/>
          </p:cNvSpPr>
          <p:nvPr>
            <p:ph type="chart" sz="quarter" idx="12" hasCustomPrompt="1"/>
          </p:nvPr>
        </p:nvSpPr>
        <p:spPr>
          <a:xfrm>
            <a:off x="597231" y="2299970"/>
            <a:ext cx="10912883" cy="39482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="0" i="1" baseline="0">
                <a:solidFill>
                  <a:schemeClr val="tx1"/>
                </a:solidFill>
                <a:latin typeface="Open Sans Light"/>
                <a:cs typeface="Open Sans Light"/>
              </a:defRPr>
            </a:lvl1pPr>
          </a:lstStyle>
          <a:p>
            <a:r>
              <a:rPr lang="en-US" dirty="0"/>
              <a:t>Graphics can go here – </a:t>
            </a:r>
            <a:br>
              <a:rPr lang="en-US" dirty="0"/>
            </a:br>
            <a:r>
              <a:rPr lang="en-US" dirty="0"/>
              <a:t>replace this box with your image or chart</a:t>
            </a:r>
          </a:p>
        </p:txBody>
      </p:sp>
      <p:pic>
        <p:nvPicPr>
          <p:cNvPr id="11" name="Pictur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343987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953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266ED-2F6E-8B9A-B382-99349A405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7626C8-DD9F-F417-4E7C-7B8CC5DC99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C06E3-57A2-6905-E0BA-27298FD4B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5DE0D-661B-488B-9D9C-96732ACEAB06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360E-14DA-772B-0652-FE4AC36DC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0A7E3-2966-CED3-BBB9-99D3AAF72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8AF4-1903-467E-80FC-EB159D474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79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2819" y="1449112"/>
            <a:ext cx="9297415" cy="3522341"/>
          </a:xfrm>
          <a:prstGeom prst="rect">
            <a:avLst/>
          </a:prstGeom>
        </p:spPr>
        <p:txBody>
          <a:bodyPr anchor="b"/>
          <a:lstStyle>
            <a:lvl1pPr algn="l">
              <a:defRPr sz="6667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 </a:t>
            </a:r>
          </a:p>
        </p:txBody>
      </p:sp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7441" y="5157720"/>
            <a:ext cx="2133600" cy="186267"/>
          </a:xfrm>
          <a:prstGeom prst="rect">
            <a:avLst/>
          </a:prstGeom>
        </p:spPr>
      </p:pic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42" y="6132143"/>
            <a:ext cx="3221697" cy="283315"/>
          </a:xfrm>
          <a:prstGeom prst="rect">
            <a:avLst/>
          </a:prstGeom>
        </p:spPr>
      </p:pic>
      <p:pic>
        <p:nvPicPr>
          <p:cNvPr id="11" name="Pictur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343987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033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1449112"/>
            <a:ext cx="9296400" cy="3522341"/>
          </a:xfrm>
          <a:prstGeom prst="rect">
            <a:avLst/>
          </a:prstGeom>
        </p:spPr>
        <p:txBody>
          <a:bodyPr anchor="b"/>
          <a:lstStyle>
            <a:lvl1pPr algn="l">
              <a:defRPr sz="6667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 </a:t>
            </a:r>
          </a:p>
        </p:txBody>
      </p:sp>
      <p:pic>
        <p:nvPicPr>
          <p:cNvPr id="12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47" y="1011358"/>
            <a:ext cx="3386655" cy="229748"/>
          </a:xfrm>
          <a:prstGeom prst="rect">
            <a:avLst/>
          </a:prstGeom>
        </p:spPr>
      </p:pic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7441" y="5157720"/>
            <a:ext cx="2133600" cy="186267"/>
          </a:xfrm>
          <a:prstGeom prst="rect">
            <a:avLst/>
          </a:prstGeom>
        </p:spPr>
      </p:pic>
      <p:pic>
        <p:nvPicPr>
          <p:cNvPr id="16" name="Pictur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343987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736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Sub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503145"/>
            <a:ext cx="10912883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12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042" y="1818011"/>
            <a:ext cx="1471708" cy="128483"/>
          </a:xfrm>
          <a:prstGeom prst="rect">
            <a:avLst/>
          </a:prstGeom>
        </p:spPr>
      </p:pic>
      <p:sp>
        <p:nvSpPr>
          <p:cNvPr id="25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13833" y="2307557"/>
            <a:ext cx="10912883" cy="5482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3200" b="0" i="0" baseline="0">
                <a:solidFill>
                  <a:schemeClr val="tx2"/>
                </a:solidFill>
                <a:latin typeface="Uni Sans Regular" charset="0"/>
                <a:ea typeface="Uni Sans Regular" charset="0"/>
                <a:cs typeface="Uni Sans Regular" charset="0"/>
              </a:defRPr>
            </a:lvl1pPr>
            <a:lvl2pPr marL="609585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2pPr>
            <a:lvl3pPr marL="121917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3pPr>
            <a:lvl4pPr marL="1828754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4pPr>
            <a:lvl5pPr marL="2438339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5pPr>
          </a:lstStyle>
          <a:p>
            <a:pPr lvl="0"/>
            <a:r>
              <a:rPr lang="en-US" dirty="0"/>
              <a:t>SUB-HEADER HERE (UNI SANS REGULAR, 24 PT.)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97231" y="3093653"/>
            <a:ext cx="10929485" cy="3002348"/>
          </a:xfrm>
          <a:prstGeom prst="rect">
            <a:avLst/>
          </a:prstGeom>
        </p:spPr>
        <p:txBody>
          <a:bodyPr/>
          <a:lstStyle>
            <a:lvl1pPr marL="457189" indent="-457189">
              <a:buFont typeface="Lucida Grande"/>
              <a:buChar char="&gt;"/>
              <a:defRPr sz="32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 sz="26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523962" indent="-304792">
              <a:buSzPct val="100000"/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 sz="2133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743131" indent="-304792">
              <a:buFont typeface="Lucida Grande"/>
              <a:buChar char="&gt;"/>
              <a:defRPr sz="18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8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343987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132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492978"/>
            <a:ext cx="10912883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22" name="Pictur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042" y="1818011"/>
            <a:ext cx="1471708" cy="128483"/>
          </a:xfrm>
          <a:prstGeom prst="rect">
            <a:avLst/>
          </a:prstGeom>
        </p:spPr>
      </p:pic>
      <p:sp>
        <p:nvSpPr>
          <p:cNvPr id="8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97231" y="2307557"/>
            <a:ext cx="10929485" cy="3154535"/>
          </a:xfrm>
          <a:prstGeom prst="rect">
            <a:avLst/>
          </a:prstGeom>
        </p:spPr>
        <p:txBody>
          <a:bodyPr/>
          <a:lstStyle>
            <a:lvl1pPr marL="457189" indent="-457189">
              <a:buFont typeface="Lucida Grande"/>
              <a:buChar char="&gt;"/>
              <a:defRPr sz="32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 sz="26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523962" indent="-304792">
              <a:buSzPct val="100000"/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 sz="2133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743131" indent="-304792">
              <a:buFont typeface="Lucida Grande"/>
              <a:buChar char="&gt;"/>
              <a:defRPr sz="18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11" name="Pictur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343987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059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27" y="492978"/>
            <a:ext cx="10912883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042" y="1818011"/>
            <a:ext cx="1471708" cy="128483"/>
          </a:xfrm>
          <a:prstGeom prst="rect">
            <a:avLst/>
          </a:prstGeom>
        </p:spPr>
      </p:pic>
      <p:sp>
        <p:nvSpPr>
          <p:cNvPr id="10" name="Chart Placeholder 11"/>
          <p:cNvSpPr>
            <a:spLocks noGrp="1"/>
          </p:cNvSpPr>
          <p:nvPr>
            <p:ph type="chart" sz="quarter" idx="12" hasCustomPrompt="1"/>
          </p:nvPr>
        </p:nvSpPr>
        <p:spPr>
          <a:xfrm>
            <a:off x="613827" y="2338804"/>
            <a:ext cx="10912883" cy="39482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="0" i="1" baseline="0">
                <a:solidFill>
                  <a:schemeClr val="tx1"/>
                </a:solidFill>
                <a:latin typeface="Open Sans Light"/>
                <a:cs typeface="Open Sans Light"/>
              </a:defRPr>
            </a:lvl1pPr>
          </a:lstStyle>
          <a:p>
            <a:r>
              <a:rPr lang="en-US" dirty="0"/>
              <a:t>Graphics can go here – </a:t>
            </a:r>
            <a:br>
              <a:rPr lang="en-US" dirty="0"/>
            </a:br>
            <a:r>
              <a:rPr lang="en-US" dirty="0"/>
              <a:t>replace this box with your image or chart</a:t>
            </a:r>
          </a:p>
        </p:txBody>
      </p:sp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343987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2182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13833" y="859991"/>
            <a:ext cx="9296400" cy="3522341"/>
          </a:xfrm>
          <a:prstGeom prst="rect">
            <a:avLst/>
          </a:prstGeom>
        </p:spPr>
        <p:txBody>
          <a:bodyPr anchor="b"/>
          <a:lstStyle>
            <a:lvl1pPr algn="l">
              <a:defRPr sz="6667" b="1" i="0" baseline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</a:t>
            </a:r>
          </a:p>
        </p:txBody>
      </p:sp>
      <p:pic>
        <p:nvPicPr>
          <p:cNvPr id="8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441" y="4568599"/>
            <a:ext cx="2133600" cy="186267"/>
          </a:xfrm>
          <a:prstGeom prst="rect">
            <a:avLst/>
          </a:prstGeom>
        </p:spPr>
      </p:pic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42" y="6131476"/>
            <a:ext cx="3221697" cy="284648"/>
          </a:xfrm>
          <a:prstGeom prst="rect">
            <a:avLst/>
          </a:prstGeom>
        </p:spPr>
      </p:pic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553" y="5626608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98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859991"/>
            <a:ext cx="9364720" cy="3522341"/>
          </a:xfrm>
          <a:prstGeom prst="rect">
            <a:avLst/>
          </a:prstGeom>
        </p:spPr>
        <p:txBody>
          <a:bodyPr anchor="b"/>
          <a:lstStyle>
            <a:lvl1pPr algn="l">
              <a:defRPr sz="6667" b="1" i="0" baseline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r>
              <a:rPr lang="en-US" dirty="0"/>
              <a:t>TITLE HERE </a:t>
            </a:r>
            <a:br>
              <a:rPr lang="en-US" dirty="0"/>
            </a:br>
            <a:r>
              <a:rPr lang="en-US" dirty="0"/>
              <a:t>ENCODE NORMAL BLACK, 50 PT.</a:t>
            </a:r>
          </a:p>
        </p:txBody>
      </p:sp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441" y="4568599"/>
            <a:ext cx="2133600" cy="186267"/>
          </a:xfrm>
          <a:prstGeom prst="rect">
            <a:avLst/>
          </a:prstGeom>
        </p:spPr>
      </p:pic>
      <p:pic>
        <p:nvPicPr>
          <p:cNvPr id="8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41" y="6234041"/>
            <a:ext cx="3386667" cy="229748"/>
          </a:xfrm>
          <a:prstGeom prst="rect">
            <a:avLst/>
          </a:prstGeom>
        </p:spPr>
      </p:pic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553" y="5626608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239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er + Sub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7231" y="495348"/>
            <a:ext cx="10929485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11" name="Pictur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42" y="1818011"/>
            <a:ext cx="1471708" cy="128483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13833" y="2307557"/>
            <a:ext cx="10912883" cy="5482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3200" b="0" i="0" baseline="0">
                <a:solidFill>
                  <a:schemeClr val="tx2"/>
                </a:solidFill>
                <a:latin typeface="Uni Sans Regular" charset="0"/>
                <a:ea typeface="Uni Sans Regular" charset="0"/>
                <a:cs typeface="Uni Sans Regular" charset="0"/>
              </a:defRPr>
            </a:lvl1pPr>
            <a:lvl2pPr marL="609585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2pPr>
            <a:lvl3pPr marL="121917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3pPr>
            <a:lvl4pPr marL="1828754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4pPr>
            <a:lvl5pPr marL="2438339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5pPr>
          </a:lstStyle>
          <a:p>
            <a:pPr lvl="0"/>
            <a:r>
              <a:rPr lang="en-US" dirty="0"/>
              <a:t>SUB-HEADER HERE (UNI SANS REGULAR, 24 PT.)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97231" y="3093653"/>
            <a:ext cx="10929485" cy="3002348"/>
          </a:xfrm>
          <a:prstGeom prst="rect">
            <a:avLst/>
          </a:prstGeom>
        </p:spPr>
        <p:txBody>
          <a:bodyPr/>
          <a:lstStyle>
            <a:lvl1pPr marL="457189" indent="-457189">
              <a:buFont typeface="Lucida Grande"/>
              <a:buChar char="&gt;"/>
              <a:defRPr sz="32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 sz="26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523962" indent="-304792">
              <a:buSzPct val="100000"/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 sz="2133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743131" indent="-304792">
              <a:buFont typeface="Lucida Grande"/>
              <a:buChar char="&gt;"/>
              <a:defRPr sz="18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19" name="Pictur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049" y="6234041"/>
            <a:ext cx="3386667" cy="22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8008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er +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7231" y="492978"/>
            <a:ext cx="10929485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12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42" y="1818011"/>
            <a:ext cx="1471708" cy="128483"/>
          </a:xfrm>
          <a:prstGeom prst="rect">
            <a:avLst/>
          </a:prstGeom>
        </p:spPr>
      </p:pic>
      <p:sp>
        <p:nvSpPr>
          <p:cNvPr id="7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97231" y="2307557"/>
            <a:ext cx="10929485" cy="3154535"/>
          </a:xfrm>
          <a:prstGeom prst="rect">
            <a:avLst/>
          </a:prstGeom>
        </p:spPr>
        <p:txBody>
          <a:bodyPr/>
          <a:lstStyle>
            <a:lvl1pPr marL="457189" indent="-457189">
              <a:buFont typeface="Lucida Grande"/>
              <a:buChar char="&gt;"/>
              <a:defRPr sz="32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 sz="26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523962" indent="-304792">
              <a:buSzPct val="100000"/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 sz="2133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743131" indent="-304792">
              <a:buFont typeface="Lucida Grande"/>
              <a:buChar char="&gt;"/>
              <a:defRPr sz="18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13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553" y="5626608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0314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er + Graph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494164"/>
            <a:ext cx="10912883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13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42" y="1818011"/>
            <a:ext cx="1471708" cy="128483"/>
          </a:xfrm>
          <a:prstGeom prst="rect">
            <a:avLst/>
          </a:prstGeom>
        </p:spPr>
      </p:pic>
      <p:sp>
        <p:nvSpPr>
          <p:cNvPr id="6" name="Chart Placeholder 11"/>
          <p:cNvSpPr>
            <a:spLocks noGrp="1"/>
          </p:cNvSpPr>
          <p:nvPr>
            <p:ph type="chart" sz="quarter" idx="12" hasCustomPrompt="1"/>
          </p:nvPr>
        </p:nvSpPr>
        <p:spPr>
          <a:xfrm>
            <a:off x="597231" y="2299970"/>
            <a:ext cx="10912883" cy="37708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="0" i="1" baseline="0">
                <a:solidFill>
                  <a:srgbClr val="FFFFFF"/>
                </a:solidFill>
                <a:latin typeface="Open Sans Light"/>
                <a:cs typeface="Open Sans Light"/>
              </a:defRPr>
            </a:lvl1pPr>
          </a:lstStyle>
          <a:p>
            <a:r>
              <a:rPr lang="en-US" dirty="0"/>
              <a:t>Graphics can go here – </a:t>
            </a:r>
            <a:br>
              <a:rPr lang="en-US" dirty="0"/>
            </a:br>
            <a:r>
              <a:rPr lang="en-US" dirty="0"/>
              <a:t>replace this box with your image or chart</a:t>
            </a:r>
          </a:p>
        </p:txBody>
      </p:sp>
      <p:pic>
        <p:nvPicPr>
          <p:cNvPr id="16" name="Pictur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049" y="6234041"/>
            <a:ext cx="3386667" cy="22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9425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266ED-2F6E-8B9A-B382-99349A405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7626C8-DD9F-F417-4E7C-7B8CC5DC99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C06E3-57A2-6905-E0BA-27298FD4B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5DE0D-661B-488B-9D9C-96732ACEAB06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360E-14DA-772B-0652-FE4AC36DC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0A7E3-2966-CED3-BBB9-99D3AAF72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8AF4-1903-467E-80FC-EB159D474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8519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859991"/>
            <a:ext cx="9364720" cy="3522341"/>
          </a:xfrm>
          <a:prstGeom prst="rect">
            <a:avLst/>
          </a:prstGeom>
        </p:spPr>
        <p:txBody>
          <a:bodyPr anchor="b"/>
          <a:lstStyle>
            <a:lvl1pPr algn="l">
              <a:defRPr sz="6667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 </a:t>
            </a:r>
          </a:p>
        </p:txBody>
      </p:sp>
      <p:pic>
        <p:nvPicPr>
          <p:cNvPr id="8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282" y="4568599"/>
            <a:ext cx="2129919" cy="186267"/>
          </a:xfrm>
          <a:prstGeom prst="rect">
            <a:avLst/>
          </a:prstGeom>
        </p:spPr>
      </p:pic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42" y="6132143"/>
            <a:ext cx="3221697" cy="283315"/>
          </a:xfrm>
          <a:prstGeom prst="rect">
            <a:avLst/>
          </a:prstGeom>
        </p:spPr>
      </p:pic>
      <p:pic>
        <p:nvPicPr>
          <p:cNvPr id="10" name="Pictur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553" y="5626608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5830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859991"/>
            <a:ext cx="9296400" cy="3522341"/>
          </a:xfrm>
          <a:prstGeom prst="rect">
            <a:avLst/>
          </a:prstGeom>
        </p:spPr>
        <p:txBody>
          <a:bodyPr anchor="b"/>
          <a:lstStyle>
            <a:lvl1pPr algn="l">
              <a:defRPr sz="6667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 </a:t>
            </a:r>
          </a:p>
        </p:txBody>
      </p:sp>
      <p:pic>
        <p:nvPicPr>
          <p:cNvPr id="10" name="Pictur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282" y="4568599"/>
            <a:ext cx="2129919" cy="186267"/>
          </a:xfrm>
          <a:prstGeom prst="rect">
            <a:avLst/>
          </a:prstGeom>
        </p:spPr>
      </p:pic>
      <p:pic>
        <p:nvPicPr>
          <p:cNvPr id="14" name="Pictur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47" y="6234041"/>
            <a:ext cx="3386655" cy="229748"/>
          </a:xfrm>
          <a:prstGeom prst="rect">
            <a:avLst/>
          </a:prstGeom>
        </p:spPr>
      </p:pic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553" y="5626608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452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492978"/>
            <a:ext cx="10912876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12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166" y="1818011"/>
            <a:ext cx="1453460" cy="128483"/>
          </a:xfrm>
          <a:prstGeom prst="rect">
            <a:avLst/>
          </a:prstGeom>
        </p:spPr>
      </p:pic>
      <p:sp>
        <p:nvSpPr>
          <p:cNvPr id="11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13833" y="2307557"/>
            <a:ext cx="10912883" cy="5482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3200" b="0" i="0" baseline="0">
                <a:solidFill>
                  <a:schemeClr val="tx2"/>
                </a:solidFill>
                <a:latin typeface="Uni Sans Regular" charset="0"/>
                <a:ea typeface="Uni Sans Regular" charset="0"/>
                <a:cs typeface="Uni Sans Regular" charset="0"/>
              </a:defRPr>
            </a:lvl1pPr>
            <a:lvl2pPr marL="609585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2pPr>
            <a:lvl3pPr marL="121917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3pPr>
            <a:lvl4pPr marL="1828754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4pPr>
            <a:lvl5pPr marL="2438339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5pPr>
          </a:lstStyle>
          <a:p>
            <a:pPr lvl="0"/>
            <a:r>
              <a:rPr lang="en-US" dirty="0"/>
              <a:t>SUB-HEADER HERE (UNI SANS REGULAR, 24 PT.)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97231" y="3093653"/>
            <a:ext cx="10929485" cy="3002348"/>
          </a:xfrm>
          <a:prstGeom prst="rect">
            <a:avLst/>
          </a:prstGeom>
        </p:spPr>
        <p:txBody>
          <a:bodyPr/>
          <a:lstStyle>
            <a:lvl1pPr marL="457189" indent="-457189">
              <a:buFont typeface="Lucida Grande"/>
              <a:buChar char="&gt;"/>
              <a:defRPr sz="32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 sz="26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523962" indent="-304792">
              <a:buSzPct val="100000"/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 sz="2133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743131" indent="-304792">
              <a:buFont typeface="Lucida Grande"/>
              <a:buChar char="&gt;"/>
              <a:defRPr sz="18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15" name="Pictur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055" y="6234041"/>
            <a:ext cx="3386655" cy="22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5350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492978"/>
            <a:ext cx="10912883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14" name="Pictur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166" y="1818011"/>
            <a:ext cx="1453460" cy="128483"/>
          </a:xfrm>
          <a:prstGeom prst="rect">
            <a:avLst/>
          </a:prstGeom>
        </p:spPr>
      </p:pic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97231" y="2307557"/>
            <a:ext cx="10929485" cy="3154535"/>
          </a:xfrm>
          <a:prstGeom prst="rect">
            <a:avLst/>
          </a:prstGeom>
        </p:spPr>
        <p:txBody>
          <a:bodyPr/>
          <a:lstStyle>
            <a:lvl1pPr marL="457189" indent="-457189">
              <a:buFont typeface="Lucida Grande"/>
              <a:buChar char="&gt;"/>
              <a:defRPr sz="32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 sz="26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523962" indent="-304792">
              <a:buSzPct val="100000"/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 sz="2133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743131" indent="-304792">
              <a:buFont typeface="Lucida Grande"/>
              <a:buChar char="&gt;"/>
              <a:defRPr sz="18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13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553" y="5626608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4153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508812"/>
            <a:ext cx="10896280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166" y="1818011"/>
            <a:ext cx="1453460" cy="128483"/>
          </a:xfrm>
          <a:prstGeom prst="rect">
            <a:avLst/>
          </a:prstGeom>
        </p:spPr>
      </p:pic>
      <p:sp>
        <p:nvSpPr>
          <p:cNvPr id="8" name="Chart Placeholder 11"/>
          <p:cNvSpPr>
            <a:spLocks noGrp="1"/>
          </p:cNvSpPr>
          <p:nvPr>
            <p:ph type="chart" sz="quarter" idx="12" hasCustomPrompt="1"/>
          </p:nvPr>
        </p:nvSpPr>
        <p:spPr>
          <a:xfrm>
            <a:off x="597231" y="2299970"/>
            <a:ext cx="10912883" cy="39482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="0" i="1" baseline="0">
                <a:solidFill>
                  <a:schemeClr val="tx1"/>
                </a:solidFill>
                <a:latin typeface="Open Sans Light"/>
                <a:cs typeface="Open Sans Light"/>
              </a:defRPr>
            </a:lvl1pPr>
          </a:lstStyle>
          <a:p>
            <a:r>
              <a:rPr lang="en-US" dirty="0"/>
              <a:t>Graphics can go here – </a:t>
            </a:r>
            <a:br>
              <a:rPr lang="en-US" dirty="0"/>
            </a:br>
            <a:r>
              <a:rPr lang="en-US" dirty="0"/>
              <a:t>replace this box with your image or chart</a:t>
            </a:r>
          </a:p>
        </p:txBody>
      </p:sp>
      <p:pic>
        <p:nvPicPr>
          <p:cNvPr id="12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055" y="6234041"/>
            <a:ext cx="3386655" cy="22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347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13833" y="859991"/>
            <a:ext cx="9364720" cy="3522341"/>
          </a:xfrm>
          <a:prstGeom prst="rect">
            <a:avLst/>
          </a:prstGeom>
        </p:spPr>
        <p:txBody>
          <a:bodyPr anchor="b"/>
          <a:lstStyle>
            <a:lvl1pPr algn="l">
              <a:defRPr sz="6667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 </a:t>
            </a:r>
          </a:p>
        </p:txBody>
      </p:sp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7441" y="4568599"/>
            <a:ext cx="2133600" cy="186267"/>
          </a:xfrm>
          <a:prstGeom prst="rect">
            <a:avLst/>
          </a:prstGeom>
        </p:spPr>
      </p:pic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41" y="6132013"/>
            <a:ext cx="3233635" cy="284364"/>
          </a:xfrm>
          <a:prstGeom prst="rect">
            <a:avLst/>
          </a:prstGeom>
        </p:spPr>
      </p:pic>
      <p:pic>
        <p:nvPicPr>
          <p:cNvPr id="13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553" y="5626608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6509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5" y="859991"/>
            <a:ext cx="9364720" cy="3522341"/>
          </a:xfrm>
          <a:prstGeom prst="rect">
            <a:avLst/>
          </a:prstGeom>
        </p:spPr>
        <p:txBody>
          <a:bodyPr anchor="b"/>
          <a:lstStyle>
            <a:lvl1pPr algn="l">
              <a:defRPr sz="6667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 </a:t>
            </a:r>
          </a:p>
        </p:txBody>
      </p:sp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7441" y="4568599"/>
            <a:ext cx="2133600" cy="186267"/>
          </a:xfrm>
          <a:prstGeom prst="rect">
            <a:avLst/>
          </a:prstGeom>
        </p:spPr>
      </p:pic>
      <p:pic>
        <p:nvPicPr>
          <p:cNvPr id="13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47" y="6234041"/>
            <a:ext cx="3386655" cy="229748"/>
          </a:xfrm>
          <a:prstGeom prst="rect">
            <a:avLst/>
          </a:prstGeom>
        </p:spPr>
      </p:pic>
      <p:pic>
        <p:nvPicPr>
          <p:cNvPr id="6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553" y="5626608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103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Sub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7230" y="492381"/>
            <a:ext cx="10929479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12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042" y="1818011"/>
            <a:ext cx="1471708" cy="128483"/>
          </a:xfrm>
          <a:prstGeom prst="rect">
            <a:avLst/>
          </a:prstGeom>
        </p:spPr>
      </p:pic>
      <p:sp>
        <p:nvSpPr>
          <p:cNvPr id="25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13833" y="2307557"/>
            <a:ext cx="10912883" cy="5482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3200" b="0" i="0" baseline="0">
                <a:solidFill>
                  <a:schemeClr val="tx2"/>
                </a:solidFill>
                <a:latin typeface="Uni Sans Regular" charset="0"/>
                <a:ea typeface="Uni Sans Regular" charset="0"/>
                <a:cs typeface="Uni Sans Regular" charset="0"/>
              </a:defRPr>
            </a:lvl1pPr>
            <a:lvl2pPr marL="609585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2pPr>
            <a:lvl3pPr marL="121917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3pPr>
            <a:lvl4pPr marL="1828754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4pPr>
            <a:lvl5pPr marL="2438339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5pPr>
          </a:lstStyle>
          <a:p>
            <a:pPr lvl="0"/>
            <a:r>
              <a:rPr lang="en-US" dirty="0"/>
              <a:t>SUB-HEADER HERE (UNI SANS REGULAR, 24 PT.)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97231" y="3093653"/>
            <a:ext cx="10929485" cy="3002348"/>
          </a:xfrm>
          <a:prstGeom prst="rect">
            <a:avLst/>
          </a:prstGeom>
        </p:spPr>
        <p:txBody>
          <a:bodyPr/>
          <a:lstStyle>
            <a:lvl1pPr marL="457189" indent="-457189">
              <a:buFont typeface="Lucida Grande"/>
              <a:buChar char="&gt;"/>
              <a:defRPr sz="32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 sz="26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523962" indent="-304792">
              <a:buSzPct val="100000"/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 sz="2133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743131" indent="-304792">
              <a:buFont typeface="Lucida Grande"/>
              <a:buChar char="&gt;"/>
              <a:defRPr sz="18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26" name="Picture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055" y="6234041"/>
            <a:ext cx="3386655" cy="22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603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494164"/>
            <a:ext cx="10912883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22" name="Pictur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042" y="1818011"/>
            <a:ext cx="1471708" cy="128483"/>
          </a:xfrm>
          <a:prstGeom prst="rect">
            <a:avLst/>
          </a:prstGeom>
        </p:spPr>
      </p:pic>
      <p:sp>
        <p:nvSpPr>
          <p:cNvPr id="8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97231" y="2307557"/>
            <a:ext cx="10929485" cy="3154535"/>
          </a:xfrm>
          <a:prstGeom prst="rect">
            <a:avLst/>
          </a:prstGeom>
        </p:spPr>
        <p:txBody>
          <a:bodyPr/>
          <a:lstStyle>
            <a:lvl1pPr marL="457189" indent="-457189">
              <a:buFont typeface="Lucida Grande"/>
              <a:buChar char="&gt;"/>
              <a:defRPr sz="32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 sz="26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523962" indent="-304792">
              <a:buSzPct val="100000"/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 sz="2133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743131" indent="-304792">
              <a:buFont typeface="Lucida Grande"/>
              <a:buChar char="&gt;"/>
              <a:defRPr sz="18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6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553" y="5626608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6469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492978"/>
            <a:ext cx="10896280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042" y="1818011"/>
            <a:ext cx="1471708" cy="128483"/>
          </a:xfrm>
          <a:prstGeom prst="rect">
            <a:avLst/>
          </a:prstGeom>
        </p:spPr>
      </p:pic>
      <p:sp>
        <p:nvSpPr>
          <p:cNvPr id="10" name="Chart Placeholder 11"/>
          <p:cNvSpPr>
            <a:spLocks noGrp="1"/>
          </p:cNvSpPr>
          <p:nvPr>
            <p:ph type="chart" sz="quarter" idx="12" hasCustomPrompt="1"/>
          </p:nvPr>
        </p:nvSpPr>
        <p:spPr>
          <a:xfrm>
            <a:off x="597231" y="2299970"/>
            <a:ext cx="10912883" cy="39482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="0" i="1" baseline="0">
                <a:solidFill>
                  <a:schemeClr val="tx1"/>
                </a:solidFill>
                <a:latin typeface="Open Sans Light"/>
                <a:cs typeface="Open Sans Light"/>
              </a:defRPr>
            </a:lvl1pPr>
          </a:lstStyle>
          <a:p>
            <a:r>
              <a:rPr lang="en-US" dirty="0"/>
              <a:t>Graphics can go here – </a:t>
            </a:r>
            <a:br>
              <a:rPr lang="en-US" dirty="0"/>
            </a:br>
            <a:r>
              <a:rPr lang="en-US" dirty="0"/>
              <a:t>replace this box with your image or chart</a:t>
            </a:r>
          </a:p>
        </p:txBody>
      </p:sp>
      <p:pic>
        <p:nvPicPr>
          <p:cNvPr id="12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055" y="6234041"/>
            <a:ext cx="3386655" cy="22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770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8D3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6" t="38360" r="13252" b="30129"/>
          <a:stretch/>
        </p:blipFill>
        <p:spPr>
          <a:xfrm>
            <a:off x="0" y="0"/>
            <a:ext cx="12192000" cy="32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923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6" t="38360" r="13252" b="30129"/>
          <a:stretch/>
        </p:blipFill>
        <p:spPr>
          <a:xfrm>
            <a:off x="0" y="0"/>
            <a:ext cx="12192000" cy="32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996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6436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2CA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0236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271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557336D-E166-E5DF-D0D8-2A2DF2610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833" y="859991"/>
            <a:ext cx="9296400" cy="3522341"/>
          </a:xfrm>
        </p:spPr>
        <p:txBody>
          <a:bodyPr/>
          <a:lstStyle/>
          <a:p>
            <a:r>
              <a:rPr lang="en-US" dirty="0"/>
              <a:t>Heating and Stirring Module Design Review #6</a:t>
            </a:r>
          </a:p>
        </p:txBody>
      </p:sp>
    </p:spTree>
    <p:extLst>
      <p:ext uri="{BB962C8B-B14F-4D97-AF65-F5344CB8AC3E}">
        <p14:creationId xmlns:p14="http://schemas.microsoft.com/office/powerpoint/2010/main" val="2592196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B08DD-CFBE-2261-13C9-BA4D6C1F0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Heating &amp; Stirring PCB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7E0AF5-8A17-F0D5-CF50-781B2AC8B6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72501" y="2176817"/>
            <a:ext cx="6817057" cy="4067033"/>
          </a:xfrm>
        </p:spPr>
        <p:txBody>
          <a:bodyPr/>
          <a:lstStyle/>
          <a:p>
            <a:r>
              <a:rPr lang="en-US" dirty="0"/>
              <a:t>CAN-BUS Transceiver with dual power supplies</a:t>
            </a:r>
          </a:p>
          <a:p>
            <a:r>
              <a:rPr lang="en-US" dirty="0"/>
              <a:t>Fan control via PWM</a:t>
            </a:r>
          </a:p>
          <a:p>
            <a:r>
              <a:rPr lang="en-US" dirty="0"/>
              <a:t>Housing temperature sensing, via thermistor. </a:t>
            </a:r>
          </a:p>
          <a:p>
            <a:r>
              <a:rPr lang="en-US" dirty="0"/>
              <a:t>Motor flyback diodes. </a:t>
            </a:r>
          </a:p>
          <a:p>
            <a:pPr marL="0" indent="0">
              <a:buNone/>
            </a:pPr>
            <a:r>
              <a:rPr lang="en-US" dirty="0"/>
              <a:t>&gt; 6 Layer PCB?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0C4552-F40D-5DE7-2E1F-D04F421E1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833" y="2176817"/>
            <a:ext cx="4086901" cy="4300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553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2FBBD-952A-8937-AAB7-8165997CC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Heating and  Stirring Module Fans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C460B7-54CF-E07D-AE41-37A1BA32A9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0" y="2307557"/>
            <a:ext cx="5430716" cy="3154535"/>
          </a:xfrm>
        </p:spPr>
        <p:txBody>
          <a:bodyPr/>
          <a:lstStyle/>
          <a:p>
            <a:r>
              <a:rPr lang="en-US" sz="2400" dirty="0"/>
              <a:t>F16EA-03LLC, 3.3V Fan, $9.67. </a:t>
            </a:r>
          </a:p>
          <a:p>
            <a:pPr lvl="1"/>
            <a:r>
              <a:rPr lang="en-US" sz="2400" dirty="0"/>
              <a:t>Lower cost alternatives available, require resizing of housing.</a:t>
            </a:r>
          </a:p>
          <a:p>
            <a:r>
              <a:rPr lang="en-US" sz="2400" dirty="0"/>
              <a:t>Requires PWM control and internal temperature sensing for efficient application.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4F9D1E-E61D-D80C-503F-478CFA62B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25" y="2213788"/>
            <a:ext cx="5479960" cy="369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533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8CCCD-7E94-726C-EAAE-D3827C233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Hotplate Assembly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7B5B3-C18F-0582-AC16-CF5FC78E21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01555" y="1618537"/>
            <a:ext cx="5525161" cy="3154535"/>
          </a:xfrm>
        </p:spPr>
        <p:txBody>
          <a:bodyPr/>
          <a:lstStyle/>
          <a:p>
            <a:r>
              <a:rPr lang="en-US" sz="2400" dirty="0"/>
              <a:t>24, 20W flexible polyimide heater. </a:t>
            </a:r>
          </a:p>
          <a:p>
            <a:r>
              <a:rPr lang="en-US" sz="2400" dirty="0"/>
              <a:t>AW-6061 Aluminum heat dissipator. </a:t>
            </a:r>
          </a:p>
          <a:p>
            <a:pPr lvl="1"/>
            <a:r>
              <a:rPr lang="en-US" sz="2400" dirty="0"/>
              <a:t>$0.003/mm^2 @ 0.5mm thickness. </a:t>
            </a:r>
          </a:p>
          <a:p>
            <a:pPr lvl="1"/>
            <a:r>
              <a:rPr lang="en-US" sz="2400" dirty="0"/>
              <a:t>~$1.12 per hotplate, assuming waste.</a:t>
            </a:r>
          </a:p>
          <a:p>
            <a:pPr lvl="1"/>
            <a:r>
              <a:rPr lang="en-US" sz="2400" dirty="0"/>
              <a:t>Mills available in the 8 and MEB.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0733FD-F640-625F-1DA6-E5D745C81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84" y="2307557"/>
            <a:ext cx="5081160" cy="2563188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E2467BC-CC59-8100-B1C9-C2A0930E8045}"/>
              </a:ext>
            </a:extLst>
          </p:cNvPr>
          <p:cNvCxnSpPr/>
          <p:nvPr/>
        </p:nvCxnSpPr>
        <p:spPr>
          <a:xfrm flipH="1">
            <a:off x="3155324" y="3812146"/>
            <a:ext cx="12878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EFB0519-ED4D-5206-76CE-0D7C26C45A84}"/>
              </a:ext>
            </a:extLst>
          </p:cNvPr>
          <p:cNvCxnSpPr/>
          <p:nvPr/>
        </p:nvCxnSpPr>
        <p:spPr>
          <a:xfrm flipH="1">
            <a:off x="2318197" y="4411014"/>
            <a:ext cx="13329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93E722F-6F01-E89D-ABEE-EB17B91DEF0A}"/>
              </a:ext>
            </a:extLst>
          </p:cNvPr>
          <p:cNvSpPr txBox="1"/>
          <p:nvPr/>
        </p:nvSpPr>
        <p:spPr>
          <a:xfrm>
            <a:off x="3565375" y="3857346"/>
            <a:ext cx="2436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Adhesive flexible heater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D6F927-F553-A712-F97B-CBE19D87F7B8}"/>
              </a:ext>
            </a:extLst>
          </p:cNvPr>
          <p:cNvSpPr txBox="1"/>
          <p:nvPr/>
        </p:nvSpPr>
        <p:spPr>
          <a:xfrm>
            <a:off x="2668147" y="4475053"/>
            <a:ext cx="2024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Aluminum Heatsink</a:t>
            </a:r>
          </a:p>
        </p:txBody>
      </p:sp>
    </p:spTree>
    <p:extLst>
      <p:ext uri="{BB962C8B-B14F-4D97-AF65-F5344CB8AC3E}">
        <p14:creationId xmlns:p14="http://schemas.microsoft.com/office/powerpoint/2010/main" val="294643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6B9B0-9498-9B94-C75C-80A322FEE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JLCFH – Flexible Heater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0AABD-8FA2-764C-AD57-59CD9CB4A8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92840" y="1895434"/>
            <a:ext cx="5595870" cy="2895508"/>
          </a:xfrm>
        </p:spPr>
        <p:txBody>
          <a:bodyPr/>
          <a:lstStyle/>
          <a:p>
            <a:r>
              <a:rPr lang="en-US" sz="2800" dirty="0"/>
              <a:t>3M 468MP temperature-resistant adhesive. </a:t>
            </a:r>
          </a:p>
          <a:p>
            <a:r>
              <a:rPr lang="en-US" sz="2800" dirty="0"/>
              <a:t>Routing performed by manufacturer.</a:t>
            </a:r>
          </a:p>
          <a:p>
            <a:r>
              <a:rPr lang="en-US" sz="2800" dirty="0"/>
              <a:t>Switched to 1, 0402 NTC thermistor. </a:t>
            </a:r>
          </a:p>
          <a:p>
            <a:r>
              <a:rPr lang="en-US" sz="2800" dirty="0"/>
              <a:t>~$5/4 pcs, assembly not included. </a:t>
            </a:r>
          </a:p>
          <a:p>
            <a:r>
              <a:rPr lang="en-US" sz="2800" dirty="0"/>
              <a:t>Assembly files ready. </a:t>
            </a:r>
          </a:p>
          <a:p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BC3033-4AAB-DD8A-2294-4030FB425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010" y="2221606"/>
            <a:ext cx="2834722" cy="4269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457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DC796-7324-E33E-C4D0-D686F639C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5052BC-C25A-47EC-B601-1AB7F5DAC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Control Hub tweaks.</a:t>
            </a:r>
          </a:p>
          <a:p>
            <a:pPr lvl="1"/>
            <a:r>
              <a:rPr lang="en-US" dirty="0"/>
              <a:t>Emergency stop.</a:t>
            </a:r>
          </a:p>
          <a:p>
            <a:pPr lvl="1"/>
            <a:r>
              <a:rPr lang="en-US" dirty="0"/>
              <a:t>Dev board clearance.</a:t>
            </a:r>
          </a:p>
          <a:p>
            <a:pPr lvl="1"/>
            <a:r>
              <a:rPr lang="en-US" dirty="0"/>
              <a:t>Via stitching on power pours.</a:t>
            </a:r>
          </a:p>
          <a:p>
            <a:pPr lvl="1"/>
            <a:r>
              <a:rPr lang="en-US" dirty="0"/>
              <a:t>Connector sizing.</a:t>
            </a:r>
          </a:p>
          <a:p>
            <a:r>
              <a:rPr lang="en-US" dirty="0"/>
              <a:t>Tidy-up H&amp;S PCB.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619362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4b2e83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Custom Design">
  <a:themeElements>
    <a:clrScheme name="Custom 2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Custom Design">
  <a:themeElements>
    <a:clrScheme name="4b2e83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3_Custom Design">
  <a:themeElements>
    <a:clrScheme name="4b2e83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4_Custom Design">
  <a:themeElements>
    <a:clrScheme name="Custom 2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PPT_Template_16x9-Angle_a11y</Template>
  <TotalTime>3752</TotalTime>
  <Words>180</Words>
  <Application>Microsoft Office PowerPoint</Application>
  <PresentationFormat>Widescreen</PresentationFormat>
  <Paragraphs>33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Aptos</vt:lpstr>
      <vt:lpstr>Arial</vt:lpstr>
      <vt:lpstr>Encode Sans Normal Black</vt:lpstr>
      <vt:lpstr>Lucida Grande</vt:lpstr>
      <vt:lpstr>Open Sans</vt:lpstr>
      <vt:lpstr>Open Sans Light</vt:lpstr>
      <vt:lpstr>Uni Sans Regular</vt:lpstr>
      <vt:lpstr>2_Custom Design</vt:lpstr>
      <vt:lpstr>1_Custom Design</vt:lpstr>
      <vt:lpstr>Custom Design</vt:lpstr>
      <vt:lpstr>3_Custom Design</vt:lpstr>
      <vt:lpstr>4_Custom Design</vt:lpstr>
      <vt:lpstr>Heating and Stirring Module Design Review #6</vt:lpstr>
      <vt:lpstr>Heating &amp; Stirring PCB</vt:lpstr>
      <vt:lpstr>Heating and  Stirring Module Fans</vt:lpstr>
      <vt:lpstr>Hotplate Assembly</vt:lpstr>
      <vt:lpstr>JLCFH – Flexible Heater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Rudy P Heredia-Jantz</dc:creator>
  <cp:lastModifiedBy>Rudy P Heredia-Jantz</cp:lastModifiedBy>
  <cp:revision>17</cp:revision>
  <dcterms:created xsi:type="dcterms:W3CDTF">2026-03-03T09:35:39Z</dcterms:created>
  <dcterms:modified xsi:type="dcterms:W3CDTF">2026-05-28T18:42:03Z</dcterms:modified>
</cp:coreProperties>
</file>